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0F0C"/>
          </a:solidFill>
          <a:ln w="12700">
            <a:solidFill>
              <a:srgbClr val="160F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457200"/>
            <a:ext cx="2286000" cy="2286000"/>
          </a:xfrm>
          <a:prstGeom prst="ellipse">
            <a:avLst/>
          </a:prstGeom>
          <a:solidFill>
            <a:srgbClr val="8A3320">
              <a:alpha val="82000"/>
            </a:srgbClr>
          </a:solidFill>
          <a:ln w="15240">
            <a:solidFill>
              <a:srgbClr val="C26A4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05840"/>
            <a:ext cx="4023360" cy="2926080"/>
          </a:xfrm>
          <a:prstGeom prst="arc">
            <a:avLst/>
          </a:prstGeom>
          <a:noFill/>
          <a:ln w="27940">
            <a:solidFill>
              <a:srgbClr val="E9D9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789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F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大道之上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8096" y="19933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B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民俗恐怖 Roguelike 卡牌原型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B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 Pack / Style Source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FE3"/>
          </a:solidFill>
          <a:ln w="12700">
            <a:solidFill>
              <a:srgbClr val="E9DB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92608"/>
            <a:ext cx="8503920" cy="4526280"/>
          </a:xfrm>
          <a:prstGeom prst="rect">
            <a:avLst/>
          </a:prstGeom>
          <a:solidFill>
            <a:srgbClr val="FBF7F0">
              <a:alpha val="92000"/>
            </a:srgbClr>
          </a:solidFill>
          <a:ln w="20320">
            <a:solidFill>
              <a:srgbClr val="C9B2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角色资产卡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主角 / 黑锅 / 爷爷 / 紫衣女子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84464" y="459028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E9D9BA"/>
          </a:solidFill>
          <a:ln w="12700">
            <a:solidFill>
              <a:srgbClr val="A94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464" y="4608576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FFFDFC"/>
          </a:solidFill>
          <a:ln w="19050">
            <a:solidFill>
              <a:srgbClr val="905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35024"/>
            <a:ext cx="841248" cy="841248"/>
          </a:xfrm>
          <a:prstGeom prst="ellipse">
            <a:avLst/>
          </a:prstGeom>
          <a:solidFill>
            <a:srgbClr val="905E35">
              <a:alpha val="48000"/>
            </a:srgbClr>
          </a:solidFill>
          <a:ln w="15240">
            <a:solidFill>
              <a:srgbClr val="905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335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64208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5E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认知型主角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34198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冷静、算计、能读规则裂缝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170432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FFFDFC"/>
          </a:solidFill>
          <a:ln w="19050">
            <a:solidFill>
              <a:srgbClr val="1E1E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2312" y="1335024"/>
            <a:ext cx="841248" cy="841248"/>
          </a:xfrm>
          <a:prstGeom prst="ellipse">
            <a:avLst/>
          </a:prstGeom>
          <a:solidFill>
            <a:srgbClr val="1E1E1E">
              <a:alpha val="48000"/>
            </a:srgbClr>
          </a:solidFill>
          <a:ln w="15240">
            <a:solidFill>
              <a:srgbClr val="1E1E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335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黑狗 / 观察者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82312" y="2249424"/>
            <a:ext cx="34198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添柴、盯视、作为 UI 提示与隐藏变量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2743200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FFFDFC"/>
          </a:solidFill>
          <a:ln w="19050">
            <a:solidFill>
              <a:srgbClr val="8A33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907792"/>
            <a:ext cx="841248" cy="841248"/>
          </a:xfrm>
          <a:prstGeom prst="ellipse">
            <a:avLst/>
          </a:prstGeom>
          <a:solidFill>
            <a:srgbClr val="8A3320">
              <a:alpha val="48000"/>
            </a:srgbClr>
          </a:solidFill>
          <a:ln w="15240">
            <a:solidFill>
              <a:srgbClr val="8A33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陈寅都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64208" y="32369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33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尸解仙爷爷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822192"/>
            <a:ext cx="34198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无‘人气’，以家常动作制造恐惧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2743200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FFFDFC"/>
          </a:solidFill>
          <a:ln w="19050">
            <a:solidFill>
              <a:srgbClr val="6A4A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2907792"/>
            <a:ext cx="841248" cy="841248"/>
          </a:xfrm>
          <a:prstGeom prst="ellipse">
            <a:avLst/>
          </a:prstGeom>
          <a:solidFill>
            <a:srgbClr val="6A4AA1">
              <a:alpha val="48000"/>
            </a:srgbClr>
          </a:solidFill>
          <a:ln w="15240">
            <a:solidFill>
              <a:srgbClr val="6A4A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紫衣女子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32369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4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世家代表 / 第一阶段 Boss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3822192"/>
            <a:ext cx="34198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温和外表下的规则剥削者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FE3"/>
          </a:solidFill>
          <a:ln w="12700">
            <a:solidFill>
              <a:srgbClr val="E9DB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92608"/>
            <a:ext cx="8503920" cy="4526280"/>
          </a:xfrm>
          <a:prstGeom prst="rect">
            <a:avLst/>
          </a:prstGeom>
          <a:solidFill>
            <a:srgbClr val="FBF7F0">
              <a:alpha val="92000"/>
            </a:srgbClr>
          </a:solidFill>
          <a:ln w="20320">
            <a:solidFill>
              <a:srgbClr val="C9B2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场景母版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黄坡村 / 鬼神领域 / 药缸房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84464" y="459028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E9D9BA"/>
          </a:solidFill>
          <a:ln w="12700">
            <a:solidFill>
              <a:srgbClr val="A94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464" y="4608576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243584"/>
            <a:ext cx="2148840" cy="2907792"/>
          </a:xfrm>
          <a:prstGeom prst="roundRect">
            <a:avLst>
              <a:gd name="adj" fmla="val 5957"/>
            </a:avLst>
          </a:prstGeom>
          <a:solidFill>
            <a:srgbClr val="E7D4B6"/>
          </a:solidFill>
          <a:ln w="15240">
            <a:solidFill>
              <a:srgbClr val="5C40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481328"/>
            <a:ext cx="1783080" cy="13167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20130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809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黄坡村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1783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土墙、祠堂、低饱和金土色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27248" y="1243584"/>
            <a:ext cx="2148840" cy="2907792"/>
          </a:xfrm>
          <a:prstGeom prst="roundRect">
            <a:avLst>
              <a:gd name="adj" fmla="val 5957"/>
            </a:avLst>
          </a:prstGeom>
          <a:solidFill>
            <a:srgbClr val="D6ECE7"/>
          </a:solidFill>
          <a:ln w="15240">
            <a:solidFill>
              <a:srgbClr val="5C40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481328"/>
            <a:ext cx="1783080" cy="13167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20130F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9809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鬼神领域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3291840"/>
            <a:ext cx="1783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瓷白、青绿、破裂纹理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68696" y="1243584"/>
            <a:ext cx="2148840" cy="2907792"/>
          </a:xfrm>
          <a:prstGeom prst="roundRect">
            <a:avLst>
              <a:gd name="adj" fmla="val 5957"/>
            </a:avLst>
          </a:prstGeom>
          <a:solidFill>
            <a:srgbClr val="E9C8B0"/>
          </a:solidFill>
          <a:ln w="15240">
            <a:solidFill>
              <a:srgbClr val="5C40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51576" y="1481328"/>
            <a:ext cx="1783080" cy="13167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20130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51576" y="29809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药缸房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51576" y="3291840"/>
            <a:ext cx="1783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火光、蒸汽、黑锅、危险警告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FE3"/>
          </a:solidFill>
          <a:ln w="12700">
            <a:solidFill>
              <a:srgbClr val="E9DB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92608"/>
            <a:ext cx="8503920" cy="4526280"/>
          </a:xfrm>
          <a:prstGeom prst="rect">
            <a:avLst/>
          </a:prstGeom>
          <a:solidFill>
            <a:srgbClr val="FBF7F0">
              <a:alpha val="92000"/>
            </a:srgbClr>
          </a:solidFill>
          <a:ln w="20320">
            <a:solidFill>
              <a:srgbClr val="C9B2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元素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 / 卡框 / 规则警告 / 血月徽记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84464" y="459028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E9D9BA"/>
          </a:solidFill>
          <a:ln w="12700">
            <a:solidFill>
              <a:srgbClr val="A94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464" y="4608576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737360" cy="530352"/>
          </a:xfrm>
          <a:prstGeom prst="roundRect">
            <a:avLst>
              <a:gd name="adj" fmla="val 31034"/>
            </a:avLst>
          </a:prstGeom>
          <a:solidFill>
            <a:srgbClr val="F7E7CB"/>
          </a:solidFill>
          <a:ln w="15240">
            <a:solidFill>
              <a:srgbClr val="5C4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90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21408"/>
            <a:ext cx="1737360" cy="530352"/>
          </a:xfrm>
          <a:prstGeom prst="roundRect">
            <a:avLst>
              <a:gd name="adj" fmla="val 31034"/>
            </a:avLst>
          </a:prstGeom>
          <a:solidFill>
            <a:srgbClr val="FDE2D8"/>
          </a:solidFill>
          <a:ln w="15240">
            <a:solidFill>
              <a:srgbClr val="C34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4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闭眼忍耐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63240" y="1207008"/>
            <a:ext cx="2011680" cy="3017520"/>
          </a:xfrm>
          <a:prstGeom prst="roundRect">
            <a:avLst>
              <a:gd name="adj" fmla="val 8182"/>
            </a:avLst>
          </a:prstGeom>
          <a:solidFill>
            <a:srgbClr val="FFFDF7"/>
          </a:solidFill>
          <a:ln w="15240">
            <a:solidFill>
              <a:srgbClr val="5C40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44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卡牌框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19202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规则撕裂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观察消耗理智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若黑锅凝视，额外抽 1 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15584" y="1353312"/>
            <a:ext cx="1243584" cy="1243584"/>
          </a:xfrm>
          <a:prstGeom prst="ellipse">
            <a:avLst/>
          </a:prstGeom>
          <a:solidFill>
            <a:srgbClr val="A94E2A">
              <a:alpha val="90000"/>
            </a:srgbClr>
          </a:solidFill>
          <a:ln w="20320">
            <a:solidFill>
              <a:srgbClr val="C341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17556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0" y="2871216"/>
            <a:ext cx="1975104" cy="621792"/>
          </a:xfrm>
          <a:prstGeom prst="roundRect">
            <a:avLst>
              <a:gd name="adj" fmla="val 29412"/>
            </a:avLst>
          </a:prstGeom>
          <a:solidFill>
            <a:srgbClr val="FFF1EB"/>
          </a:solidFill>
          <a:ln w="15240">
            <a:solidFill>
              <a:srgbClr val="C341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30723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34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规则警告：爷爷不可直视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FE3"/>
          </a:solidFill>
          <a:ln w="12700">
            <a:solidFill>
              <a:srgbClr val="E9DB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92608"/>
            <a:ext cx="8503920" cy="4526280"/>
          </a:xfrm>
          <a:prstGeom prst="rect">
            <a:avLst/>
          </a:prstGeom>
          <a:solidFill>
            <a:srgbClr val="FBF7F0">
              <a:alpha val="92000"/>
            </a:srgbClr>
          </a:solidFill>
          <a:ln w="20320">
            <a:solidFill>
              <a:srgbClr val="C9B2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路线结构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三段式地图：黄坡村 -&gt; 鬼神领域 -&gt; 药缸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84464" y="459028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E9D9BA"/>
          </a:solidFill>
          <a:ln w="12700">
            <a:solidFill>
              <a:srgbClr val="A94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464" y="4608576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1143000" cy="1143000"/>
          </a:xfrm>
          <a:prstGeom prst="ellipse">
            <a:avLst/>
          </a:prstGeom>
          <a:solidFill>
            <a:srgbClr val="E7D4B6"/>
          </a:solidFill>
          <a:ln w="20320">
            <a:solidFill>
              <a:srgbClr val="5C4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638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黄坡村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1828800"/>
            <a:ext cx="1143000" cy="1143000"/>
          </a:xfrm>
          <a:prstGeom prst="ellipse">
            <a:avLst/>
          </a:prstGeom>
          <a:solidFill>
            <a:srgbClr val="D6ECE7"/>
          </a:solidFill>
          <a:ln w="20320">
            <a:solidFill>
              <a:srgbClr val="5C40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1638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鬼神领域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1143000" cy="1143000"/>
          </a:xfrm>
          <a:prstGeom prst="ellipse">
            <a:avLst/>
          </a:prstGeom>
          <a:solidFill>
            <a:srgbClr val="E9C8B0"/>
          </a:solidFill>
          <a:ln w="20320">
            <a:solidFill>
              <a:srgbClr val="5C40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1638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3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药缸房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2395728"/>
            <a:ext cx="1554480" cy="0"/>
          </a:xfrm>
          <a:prstGeom prst="line">
            <a:avLst/>
          </a:prstGeom>
          <a:noFill/>
          <a:ln w="20320">
            <a:solidFill>
              <a:srgbClr val="5C403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37760" y="2395728"/>
            <a:ext cx="1554480" cy="0"/>
          </a:xfrm>
          <a:prstGeom prst="line">
            <a:avLst/>
          </a:prstGeom>
          <a:noFill/>
          <a:ln w="20320">
            <a:solidFill>
              <a:srgbClr val="5C403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97280" y="3977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40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每一段都改规则，而不是只换地图。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大道之上 Asset Pack</dc:title>
  <dc:subject>大道之上 图形资产包</dc:subject>
  <dc:creator>Codex</dc:creator>
  <cp:lastModifiedBy>Codex</cp:lastModifiedBy>
  <cp:revision>1</cp:revision>
  <dcterms:created xsi:type="dcterms:W3CDTF">2026-05-02T11:06:15Z</dcterms:created>
  <dcterms:modified xsi:type="dcterms:W3CDTF">2026-05-02T11:06:15Z</dcterms:modified>
</cp:coreProperties>
</file>